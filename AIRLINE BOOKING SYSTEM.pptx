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256" r:id="rId6"/>
    <p:sldId id="307" r:id="rId7"/>
    <p:sldId id="264" r:id="rId8"/>
    <p:sldId id="322" r:id="rId9"/>
    <p:sldId id="324" r:id="rId10"/>
    <p:sldId id="315" r:id="rId11"/>
    <p:sldId id="317" r:id="rId12"/>
    <p:sldId id="323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20C41E-628E-4B0D-A655-6C4FD9EF97AB}" v="33" dt="2025-08-24T23:33:10.539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3" d="100"/>
          <a:sy n="23" d="100"/>
        </p:scale>
        <p:origin x="3586" y="12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 Jadav" userId="20b911ed834e9564" providerId="LiveId" clId="{B520C41E-628E-4B0D-A655-6C4FD9EF97AB}"/>
    <pc:docChg chg="undo custSel addSld delSld modSld sldOrd">
      <pc:chgData name="Mohit Jadav" userId="20b911ed834e9564" providerId="LiveId" clId="{B520C41E-628E-4B0D-A655-6C4FD9EF97AB}" dt="2025-08-24T23:33:32.117" v="1104" actId="122"/>
      <pc:docMkLst>
        <pc:docMk/>
      </pc:docMkLst>
      <pc:sldChg chg="modSp add mod ord">
        <pc:chgData name="Mohit Jadav" userId="20b911ed834e9564" providerId="LiveId" clId="{B520C41E-628E-4B0D-A655-6C4FD9EF97AB}" dt="2025-08-21T20:40:19.313" v="920" actId="20577"/>
        <pc:sldMkLst>
          <pc:docMk/>
          <pc:sldMk cId="3610971376" sldId="256"/>
        </pc:sldMkLst>
        <pc:spChg chg="mod">
          <ac:chgData name="Mohit Jadav" userId="20b911ed834e9564" providerId="LiveId" clId="{B520C41E-628E-4B0D-A655-6C4FD9EF97AB}" dt="2025-08-21T20:40:19.313" v="920" actId="20577"/>
          <ac:spMkLst>
            <pc:docMk/>
            <pc:sldMk cId="3610971376" sldId="256"/>
            <ac:spMk id="2" creationId="{9C65DC19-8E5F-4EBE-976D-B016F37BF913}"/>
          </ac:spMkLst>
        </pc:spChg>
        <pc:spChg chg="mod">
          <ac:chgData name="Mohit Jadav" userId="20b911ed834e9564" providerId="LiveId" clId="{B520C41E-628E-4B0D-A655-6C4FD9EF97AB}" dt="2025-08-20T07:09:27.867" v="23" actId="27636"/>
          <ac:spMkLst>
            <pc:docMk/>
            <pc:sldMk cId="3610971376" sldId="256"/>
            <ac:spMk id="8" creationId="{2695AABC-5781-469E-A0AB-5ABC4A3A50C8}"/>
          </ac:spMkLst>
        </pc:spChg>
        <pc:spChg chg="mod">
          <ac:chgData name="Mohit Jadav" userId="20b911ed834e9564" providerId="LiveId" clId="{B520C41E-628E-4B0D-A655-6C4FD9EF97AB}" dt="2025-08-20T07:15:50.216" v="203" actId="20577"/>
          <ac:spMkLst>
            <pc:docMk/>
            <pc:sldMk cId="3610971376" sldId="256"/>
            <ac:spMk id="11" creationId="{59388EC4-AE35-4404-ADE0-66BF5D57B3DB}"/>
          </ac:spMkLst>
        </pc:spChg>
        <pc:spChg chg="mod">
          <ac:chgData name="Mohit Jadav" userId="20b911ed834e9564" providerId="LiveId" clId="{B520C41E-628E-4B0D-A655-6C4FD9EF97AB}" dt="2025-08-21T19:17:15.035" v="792" actId="20577"/>
          <ac:spMkLst>
            <pc:docMk/>
            <pc:sldMk cId="3610971376" sldId="256"/>
            <ac:spMk id="21" creationId="{83292132-CC13-4F66-8D5C-FBBC8F2CBA60}"/>
          </ac:spMkLst>
        </pc:spChg>
        <pc:spChg chg="mod">
          <ac:chgData name="Mohit Jadav" userId="20b911ed834e9564" providerId="LiveId" clId="{B520C41E-628E-4B0D-A655-6C4FD9EF97AB}" dt="2025-08-20T07:15:07.301" v="201" actId="20577"/>
          <ac:spMkLst>
            <pc:docMk/>
            <pc:sldMk cId="3610971376" sldId="256"/>
            <ac:spMk id="22" creationId="{8B2E8965-9F77-45CB-B418-288F3300E59C}"/>
          </ac:spMkLst>
        </pc:spChg>
      </pc:sldChg>
      <pc:sldChg chg="add del">
        <pc:chgData name="Mohit Jadav" userId="20b911ed834e9564" providerId="LiveId" clId="{B520C41E-628E-4B0D-A655-6C4FD9EF97AB}" dt="2025-08-20T07:09:17.905" v="20" actId="47"/>
        <pc:sldMkLst>
          <pc:docMk/>
          <pc:sldMk cId="4219258057" sldId="257"/>
        </pc:sldMkLst>
      </pc:sldChg>
      <pc:sldChg chg="addSp delSp modSp mod modNotes">
        <pc:chgData name="Mohit Jadav" userId="20b911ed834e9564" providerId="LiveId" clId="{B520C41E-628E-4B0D-A655-6C4FD9EF97AB}" dt="2025-08-21T20:50:36.757" v="1046" actId="20577"/>
        <pc:sldMkLst>
          <pc:docMk/>
          <pc:sldMk cId="0" sldId="264"/>
        </pc:sldMkLst>
        <pc:spChg chg="mod">
          <ac:chgData name="Mohit Jadav" userId="20b911ed834e9564" providerId="LiveId" clId="{B520C41E-628E-4B0D-A655-6C4FD9EF97AB}" dt="2025-08-21T17:38:36.887" v="409" actId="1076"/>
          <ac:spMkLst>
            <pc:docMk/>
            <pc:sldMk cId="0" sldId="264"/>
            <ac:spMk id="40" creationId="{00000000-0000-0000-0000-000000000000}"/>
          </ac:spMkLst>
        </pc:spChg>
        <pc:grpChg chg="mod">
          <ac:chgData name="Mohit Jadav" userId="20b911ed834e9564" providerId="LiveId" clId="{B520C41E-628E-4B0D-A655-6C4FD9EF97AB}" dt="2025-08-21T17:38:29.871" v="408" actId="1076"/>
          <ac:grpSpMkLst>
            <pc:docMk/>
            <pc:sldMk cId="0" sldId="264"/>
            <ac:grpSpMk id="41" creationId="{00000000-0000-0000-0000-000000000000}"/>
          </ac:grpSpMkLst>
        </pc:grpChg>
        <pc:graphicFrameChg chg="add mod modGraphic">
          <ac:chgData name="Mohit Jadav" userId="20b911ed834e9564" providerId="LiveId" clId="{B520C41E-628E-4B0D-A655-6C4FD9EF97AB}" dt="2025-08-21T20:50:36.757" v="1046" actId="20577"/>
          <ac:graphicFrameMkLst>
            <pc:docMk/>
            <pc:sldMk cId="0" sldId="264"/>
            <ac:graphicFrameMk id="15" creationId="{82C631D6-F6AF-CB6E-63CF-EB43D54C9FB2}"/>
          </ac:graphicFrameMkLst>
        </pc:graphicFrameChg>
        <pc:picChg chg="mod">
          <ac:chgData name="Mohit Jadav" userId="20b911ed834e9564" providerId="LiveId" clId="{B520C41E-628E-4B0D-A655-6C4FD9EF97AB}" dt="2025-08-21T17:38:39.614" v="410" actId="1076"/>
          <ac:picMkLst>
            <pc:docMk/>
            <pc:sldMk cId="0" sldId="264"/>
            <ac:picMk id="46" creationId="{CE123BFB-29A2-F9C4-7F48-3ABAFB883FEC}"/>
          </ac:picMkLst>
        </pc:picChg>
      </pc:sldChg>
      <pc:sldChg chg="modSp del mod">
        <pc:chgData name="Mohit Jadav" userId="20b911ed834e9564" providerId="LiveId" clId="{B520C41E-628E-4B0D-A655-6C4FD9EF97AB}" dt="2025-08-22T03:38:28.593" v="1047" actId="47"/>
        <pc:sldMkLst>
          <pc:docMk/>
          <pc:sldMk cId="2952923800" sldId="281"/>
        </pc:sldMkLst>
      </pc:sldChg>
      <pc:sldChg chg="del">
        <pc:chgData name="Mohit Jadav" userId="20b911ed834e9564" providerId="LiveId" clId="{B520C41E-628E-4B0D-A655-6C4FD9EF97AB}" dt="2025-08-21T15:38:55.637" v="331" actId="47"/>
        <pc:sldMkLst>
          <pc:docMk/>
          <pc:sldMk cId="3913219759" sldId="304"/>
        </pc:sldMkLst>
      </pc:sldChg>
      <pc:sldChg chg="modSp mod">
        <pc:chgData name="Mohit Jadav" userId="20b911ed834e9564" providerId="LiveId" clId="{B520C41E-628E-4B0D-A655-6C4FD9EF97AB}" dt="2025-08-22T04:22:51.010" v="1076" actId="20577"/>
        <pc:sldMkLst>
          <pc:docMk/>
          <pc:sldMk cId="2906491918" sldId="307"/>
        </pc:sldMkLst>
        <pc:spChg chg="mod">
          <ac:chgData name="Mohit Jadav" userId="20b911ed834e9564" providerId="LiveId" clId="{B520C41E-628E-4B0D-A655-6C4FD9EF97AB}" dt="2025-08-22T04:01:30.511" v="1063" actId="20577"/>
          <ac:spMkLst>
            <pc:docMk/>
            <pc:sldMk cId="2906491918" sldId="307"/>
            <ac:spMk id="2" creationId="{D54EDA75-0988-2AC2-87F8-8DEC83A7B9CA}"/>
          </ac:spMkLst>
        </pc:spChg>
        <pc:spChg chg="mod">
          <ac:chgData name="Mohit Jadav" userId="20b911ed834e9564" providerId="LiveId" clId="{B520C41E-628E-4B0D-A655-6C4FD9EF97AB}" dt="2025-08-22T04:22:51.010" v="1076" actId="20577"/>
          <ac:spMkLst>
            <pc:docMk/>
            <pc:sldMk cId="2906491918" sldId="307"/>
            <ac:spMk id="3" creationId="{3C9D4FF1-4670-9FC6-2545-902937B32416}"/>
          </ac:spMkLst>
        </pc:spChg>
        <pc:picChg chg="mod">
          <ac:chgData name="Mohit Jadav" userId="20b911ed834e9564" providerId="LiveId" clId="{B520C41E-628E-4B0D-A655-6C4FD9EF97AB}" dt="2025-08-21T12:23:44.910" v="308" actId="1076"/>
          <ac:picMkLst>
            <pc:docMk/>
            <pc:sldMk cId="2906491918" sldId="307"/>
            <ac:picMk id="9" creationId="{43F00456-454F-2653-D022-9CB5AD6943F2}"/>
          </ac:picMkLst>
        </pc:picChg>
      </pc:sldChg>
      <pc:sldChg chg="modSp mod">
        <pc:chgData name="Mohit Jadav" userId="20b911ed834e9564" providerId="LiveId" clId="{B520C41E-628E-4B0D-A655-6C4FD9EF97AB}" dt="2025-08-20T07:54:54.097" v="286" actId="20577"/>
        <pc:sldMkLst>
          <pc:docMk/>
          <pc:sldMk cId="2202437675" sldId="312"/>
        </pc:sldMkLst>
        <pc:spChg chg="mod">
          <ac:chgData name="Mohit Jadav" userId="20b911ed834e9564" providerId="LiveId" clId="{B520C41E-628E-4B0D-A655-6C4FD9EF97AB}" dt="2025-08-20T07:54:54.097" v="286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modSp mod ord">
        <pc:chgData name="Mohit Jadav" userId="20b911ed834e9564" providerId="LiveId" clId="{B520C41E-628E-4B0D-A655-6C4FD9EF97AB}" dt="2025-08-21T19:19:11.657" v="794"/>
        <pc:sldMkLst>
          <pc:docMk/>
          <pc:sldMk cId="2468595790" sldId="315"/>
        </pc:sldMkLst>
        <pc:spChg chg="mod">
          <ac:chgData name="Mohit Jadav" userId="20b911ed834e9564" providerId="LiveId" clId="{B520C41E-628E-4B0D-A655-6C4FD9EF97AB}" dt="2025-08-21T19:02:15.212" v="701" actId="113"/>
          <ac:spMkLst>
            <pc:docMk/>
            <pc:sldMk cId="2468595790" sldId="315"/>
            <ac:spMk id="2" creationId="{B28A34A6-22BC-27A4-2C79-EE98A4943B14}"/>
          </ac:spMkLst>
        </pc:spChg>
        <pc:spChg chg="mod">
          <ac:chgData name="Mohit Jadav" userId="20b911ed834e9564" providerId="LiveId" clId="{B520C41E-628E-4B0D-A655-6C4FD9EF97AB}" dt="2025-08-21T19:02:08.877" v="700" actId="1076"/>
          <ac:spMkLst>
            <pc:docMk/>
            <pc:sldMk cId="2468595790" sldId="315"/>
            <ac:spMk id="5" creationId="{18F5CC8C-C99D-B557-52D2-87846A6F9699}"/>
          </ac:spMkLst>
        </pc:spChg>
      </pc:sldChg>
      <pc:sldChg chg="addSp delSp modSp mod">
        <pc:chgData name="Mohit Jadav" userId="20b911ed834e9564" providerId="LiveId" clId="{B520C41E-628E-4B0D-A655-6C4FD9EF97AB}" dt="2025-08-22T03:41:09.285" v="1055" actId="20577"/>
        <pc:sldMkLst>
          <pc:docMk/>
          <pc:sldMk cId="1941619646" sldId="317"/>
        </pc:sldMkLst>
        <pc:spChg chg="add mod">
          <ac:chgData name="Mohit Jadav" userId="20b911ed834e9564" providerId="LiveId" clId="{B520C41E-628E-4B0D-A655-6C4FD9EF97AB}" dt="2025-08-22T03:41:09.285" v="1055" actId="20577"/>
          <ac:spMkLst>
            <pc:docMk/>
            <pc:sldMk cId="1941619646" sldId="317"/>
            <ac:spMk id="5" creationId="{329B59D0-BACA-43AE-818D-4F856F0BAF1F}"/>
          </ac:spMkLst>
        </pc:spChg>
      </pc:sldChg>
      <pc:sldChg chg="addSp delSp modSp mod ord">
        <pc:chgData name="Mohit Jadav" userId="20b911ed834e9564" providerId="LiveId" clId="{B520C41E-628E-4B0D-A655-6C4FD9EF97AB}" dt="2025-08-24T23:33:32.117" v="1104" actId="122"/>
        <pc:sldMkLst>
          <pc:docMk/>
          <pc:sldMk cId="297199927" sldId="322"/>
        </pc:sldMkLst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3" creationId="{45C175F0-87B9-8B4C-32A7-E398C939EED0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5" creationId="{151C4AC8-E84F-B1CC-77AA-77790303DFAF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6" creationId="{9930DA6F-513B-70D4-178D-E9E59BED4E0D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7" creationId="{C34600D4-6D79-A240-2AC9-78A2170ED5B0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8" creationId="{63227EFE-407D-49B9-D532-C38419094C58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9" creationId="{E2E47DB8-A417-1E96-373D-2D62727235DD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10" creationId="{E9F824B7-6C18-5057-6472-3DA24D3F4718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11" creationId="{8D66AFCE-6CAD-516B-A706-CE6E0CC23D0E}"/>
          </ac:spMkLst>
        </pc:spChg>
        <pc:spChg chg="add">
          <ac:chgData name="Mohit Jadav" userId="20b911ed834e9564" providerId="LiveId" clId="{B520C41E-628E-4B0D-A655-6C4FD9EF97AB}" dt="2025-08-24T23:31:31.612" v="1080"/>
          <ac:spMkLst>
            <pc:docMk/>
            <pc:sldMk cId="297199927" sldId="322"/>
            <ac:spMk id="12" creationId="{BAA9AF83-5EE0-B1D1-983F-26AC4847178A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13" creationId="{F9C0F245-61FF-DB88-C153-06AE91FB284A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14" creationId="{E49B7C96-DEA3-4988-9FFA-D0ED0B8F35BF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15" creationId="{0BAD821D-5747-8904-FAFC-D8EDDB322B06}"/>
          </ac:spMkLst>
        </pc:spChg>
        <pc:spChg chg="add mod">
          <ac:chgData name="Mohit Jadav" userId="20b911ed834e9564" providerId="LiveId" clId="{B520C41E-628E-4B0D-A655-6C4FD9EF97AB}" dt="2025-08-21T19:04:18.494" v="746" actId="20577"/>
          <ac:spMkLst>
            <pc:docMk/>
            <pc:sldMk cId="297199927" sldId="322"/>
            <ac:spMk id="19" creationId="{D98D4CEC-72FD-2BBE-00FC-6F62C822A565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20" creationId="{A3223CAF-5652-4D66-FA9B-034F30316150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21" creationId="{51ABD40F-0352-DEE0-D6A8-652ECA1811FB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22" creationId="{5C57E919-725A-979E-AAC6-612D7F82FF9B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23" creationId="{7E14F6AA-AA9C-0858-AA5D-8775EB755B06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24" creationId="{B8665D94-A5CB-3141-B253-B9E5C6CB65CE}"/>
          </ac:spMkLst>
        </pc:spChg>
        <pc:spChg chg="add">
          <ac:chgData name="Mohit Jadav" userId="20b911ed834e9564" providerId="LiveId" clId="{B520C41E-628E-4B0D-A655-6C4FD9EF97AB}" dt="2025-08-24T23:31:39.022" v="1082"/>
          <ac:spMkLst>
            <pc:docMk/>
            <pc:sldMk cId="297199927" sldId="322"/>
            <ac:spMk id="25" creationId="{FB68CDCA-6689-FA8F-877A-372666176AE7}"/>
          </ac:spMkLst>
        </pc:spChg>
        <pc:spChg chg="add mod">
          <ac:chgData name="Mohit Jadav" userId="20b911ed834e9564" providerId="LiveId" clId="{B520C41E-628E-4B0D-A655-6C4FD9EF97AB}" dt="2025-08-24T23:33:32.117" v="1104" actId="122"/>
          <ac:spMkLst>
            <pc:docMk/>
            <pc:sldMk cId="297199927" sldId="322"/>
            <ac:spMk id="28" creationId="{929F5456-3A1B-F3D3-D585-F8F1360CC810}"/>
          </ac:spMkLst>
        </pc:spChg>
        <pc:picChg chg="add del mod">
          <ac:chgData name="Mohit Jadav" userId="20b911ed834e9564" providerId="LiveId" clId="{B520C41E-628E-4B0D-A655-6C4FD9EF97AB}" dt="2025-08-24T23:31:37.250" v="1081" actId="478"/>
          <ac:picMkLst>
            <pc:docMk/>
            <pc:sldMk cId="297199927" sldId="322"/>
            <ac:picMk id="16" creationId="{073E0D46-5B5D-DE72-484A-FF5B566ABD90}"/>
          </ac:picMkLst>
        </pc:picChg>
        <pc:picChg chg="add mod">
          <ac:chgData name="Mohit Jadav" userId="20b911ed834e9564" providerId="LiveId" clId="{B520C41E-628E-4B0D-A655-6C4FD9EF97AB}" dt="2025-08-21T18:16:00.556" v="606"/>
          <ac:picMkLst>
            <pc:docMk/>
            <pc:sldMk cId="297199927" sldId="322"/>
            <ac:picMk id="17" creationId="{4A896015-FC08-3C43-5C5B-39AAC2625F46}"/>
          </ac:picMkLst>
        </pc:picChg>
        <pc:picChg chg="add mod">
          <ac:chgData name="Mohit Jadav" userId="20b911ed834e9564" providerId="LiveId" clId="{B520C41E-628E-4B0D-A655-6C4FD9EF97AB}" dt="2025-08-21T18:16:23.263" v="609" actId="14100"/>
          <ac:picMkLst>
            <pc:docMk/>
            <pc:sldMk cId="297199927" sldId="322"/>
            <ac:picMk id="18" creationId="{B9DF59E1-FC87-0E05-7E31-48A8461FD640}"/>
          </ac:picMkLst>
        </pc:picChg>
        <pc:picChg chg="add mod">
          <ac:chgData name="Mohit Jadav" userId="20b911ed834e9564" providerId="LiveId" clId="{B520C41E-628E-4B0D-A655-6C4FD9EF97AB}" dt="2025-08-24T23:32:31.601" v="1088" actId="14100"/>
          <ac:picMkLst>
            <pc:docMk/>
            <pc:sldMk cId="297199927" sldId="322"/>
            <ac:picMk id="27" creationId="{FC765C5B-A6D2-F121-F990-6BABD747C917}"/>
          </ac:picMkLst>
        </pc:picChg>
      </pc:sldChg>
      <pc:sldChg chg="addSp delSp modSp mod">
        <pc:chgData name="Mohit Jadav" userId="20b911ed834e9564" providerId="LiveId" clId="{B520C41E-628E-4B0D-A655-6C4FD9EF97AB}" dt="2025-08-22T04:18:36.244" v="1065" actId="207"/>
        <pc:sldMkLst>
          <pc:docMk/>
          <pc:sldMk cId="2556672335" sldId="323"/>
        </pc:sldMkLst>
        <pc:spChg chg="mod">
          <ac:chgData name="Mohit Jadav" userId="20b911ed834e9564" providerId="LiveId" clId="{B520C41E-628E-4B0D-A655-6C4FD9EF97AB}" dt="2025-08-20T07:01:47.861" v="18" actId="20577"/>
          <ac:spMkLst>
            <pc:docMk/>
            <pc:sldMk cId="2556672335" sldId="323"/>
            <ac:spMk id="2" creationId="{A1D4A6B5-7408-7841-1109-A63E2100DC0E}"/>
          </ac:spMkLst>
        </pc:spChg>
        <pc:spChg chg="add mod">
          <ac:chgData name="Mohit Jadav" userId="20b911ed834e9564" providerId="LiveId" clId="{B520C41E-628E-4B0D-A655-6C4FD9EF97AB}" dt="2025-08-22T04:18:36.244" v="1065" actId="207"/>
          <ac:spMkLst>
            <pc:docMk/>
            <pc:sldMk cId="2556672335" sldId="323"/>
            <ac:spMk id="5" creationId="{47BDAED1-A86A-3BCC-CC1D-33E82CC8F4C4}"/>
          </ac:spMkLst>
        </pc:spChg>
      </pc:sldChg>
      <pc:sldChg chg="new del">
        <pc:chgData name="Mohit Jadav" userId="20b911ed834e9564" providerId="LiveId" clId="{B520C41E-628E-4B0D-A655-6C4FD9EF97AB}" dt="2025-08-20T07:54:34.312" v="273" actId="47"/>
        <pc:sldMkLst>
          <pc:docMk/>
          <pc:sldMk cId="522500657" sldId="324"/>
        </pc:sldMkLst>
      </pc:sldChg>
      <pc:sldChg chg="addSp delSp modSp new mod ord">
        <pc:chgData name="Mohit Jadav" userId="20b911ed834e9564" providerId="LiveId" clId="{B520C41E-628E-4B0D-A655-6C4FD9EF97AB}" dt="2025-08-21T19:19:16.098" v="796"/>
        <pc:sldMkLst>
          <pc:docMk/>
          <pc:sldMk cId="1477340113" sldId="324"/>
        </pc:sldMkLst>
        <pc:spChg chg="add mod">
          <ac:chgData name="Mohit Jadav" userId="20b911ed834e9564" providerId="LiveId" clId="{B520C41E-628E-4B0D-A655-6C4FD9EF97AB}" dt="2025-08-21T19:12:13.118" v="787" actId="113"/>
          <ac:spMkLst>
            <pc:docMk/>
            <pc:sldMk cId="1477340113" sldId="324"/>
            <ac:spMk id="12" creationId="{797781EE-E8D6-E3AF-D75D-C9A12A3E4062}"/>
          </ac:spMkLst>
        </pc:spChg>
        <pc:picChg chg="add mod ord">
          <ac:chgData name="Mohit Jadav" userId="20b911ed834e9564" providerId="LiveId" clId="{B520C41E-628E-4B0D-A655-6C4FD9EF97AB}" dt="2025-08-21T19:09:42.274" v="754" actId="14100"/>
          <ac:picMkLst>
            <pc:docMk/>
            <pc:sldMk cId="1477340113" sldId="324"/>
            <ac:picMk id="6" creationId="{601A12C6-124B-1EC5-E87B-B17F68F64D90}"/>
          </ac:picMkLst>
        </pc:picChg>
        <pc:picChg chg="add mod">
          <ac:chgData name="Mohit Jadav" userId="20b911ed834e9564" providerId="LiveId" clId="{B520C41E-628E-4B0D-A655-6C4FD9EF97AB}" dt="2025-08-21T19:10:07.993" v="757"/>
          <ac:picMkLst>
            <pc:docMk/>
            <pc:sldMk cId="1477340113" sldId="324"/>
            <ac:picMk id="9" creationId="{802AC108-3952-3D1B-C096-BD9AB8305C04}"/>
          </ac:picMkLst>
        </pc:picChg>
        <pc:picChg chg="add mod">
          <ac:chgData name="Mohit Jadav" userId="20b911ed834e9564" providerId="LiveId" clId="{B520C41E-628E-4B0D-A655-6C4FD9EF97AB}" dt="2025-08-21T19:10:19.801" v="759" actId="14100"/>
          <ac:picMkLst>
            <pc:docMk/>
            <pc:sldMk cId="1477340113" sldId="324"/>
            <ac:picMk id="10" creationId="{4D75ADB9-2D68-4042-8776-89CE864993C3}"/>
          </ac:picMkLst>
        </pc:picChg>
      </pc:sldChg>
      <pc:sldChg chg="addSp delSp modSp new del mod">
        <pc:chgData name="Mohit Jadav" userId="20b911ed834e9564" providerId="LiveId" clId="{B520C41E-628E-4B0D-A655-6C4FD9EF97AB}" dt="2025-08-21T18:08:45.803" v="477" actId="47"/>
        <pc:sldMkLst>
          <pc:docMk/>
          <pc:sldMk cId="3493985498" sldId="324"/>
        </pc:sldMkLst>
      </pc:sldChg>
      <pc:sldChg chg="new del">
        <pc:chgData name="Mohit Jadav" userId="20b911ed834e9564" providerId="LiveId" clId="{B520C41E-628E-4B0D-A655-6C4FD9EF97AB}" dt="2025-08-22T03:51:07.829" v="1059" actId="47"/>
        <pc:sldMkLst>
          <pc:docMk/>
          <pc:sldMk cId="2784135556" sldId="325"/>
        </pc:sldMkLst>
      </pc:sldChg>
      <pc:sldChg chg="new del">
        <pc:chgData name="Mohit Jadav" userId="20b911ed834e9564" providerId="LiveId" clId="{B520C41E-628E-4B0D-A655-6C4FD9EF97AB}" dt="2025-08-22T04:30:36.578" v="1078" actId="47"/>
        <pc:sldMkLst>
          <pc:docMk/>
          <pc:sldMk cId="3188455661" sldId="325"/>
        </pc:sldMkLst>
      </pc:sldChg>
      <pc:sldChg chg="new del">
        <pc:chgData name="Mohit Jadav" userId="20b911ed834e9564" providerId="LiveId" clId="{B520C41E-628E-4B0D-A655-6C4FD9EF97AB}" dt="2025-08-22T03:51:05.340" v="1058" actId="47"/>
        <pc:sldMkLst>
          <pc:docMk/>
          <pc:sldMk cId="2121777897" sldId="326"/>
        </pc:sldMkLst>
      </pc:sldChg>
      <pc:sldMasterChg chg="delSldLayout">
        <pc:chgData name="Mohit Jadav" userId="20b911ed834e9564" providerId="LiveId" clId="{B520C41E-628E-4B0D-A655-6C4FD9EF97AB}" dt="2025-08-20T07:09:17.905" v="20" actId="47"/>
        <pc:sldMasterMkLst>
          <pc:docMk/>
          <pc:sldMasterMk cId="154833434" sldId="2147483650"/>
        </pc:sldMasterMkLst>
        <pc:sldLayoutChg chg="del">
          <pc:chgData name="Mohit Jadav" userId="20b911ed834e9564" providerId="LiveId" clId="{B520C41E-628E-4B0D-A655-6C4FD9EF97AB}" dt="2025-08-20T07:09:17.905" v="20" actId="47"/>
          <pc:sldLayoutMkLst>
            <pc:docMk/>
            <pc:sldMasterMk cId="154833434" sldId="2147483650"/>
            <pc:sldLayoutMk cId="3912262756" sldId="214748369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</p:spTree>
    <p:extLst>
      <p:ext uri="{BB962C8B-B14F-4D97-AF65-F5344CB8AC3E}">
        <p14:creationId xmlns:p14="http://schemas.microsoft.com/office/powerpoint/2010/main" val="310071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1EEE-DD7E-4E55-924B-1E05D3681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7119-9CE4-4683-9952-8DABDCB36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820A-DCEF-4D42-A290-4CDD8FDB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6BE0-2C7A-4E6D-84EF-E24EAE31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EFA5-1CFF-4C38-801E-90F91B38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2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pxhere.com/en/photo/142042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22937701@N00/6327493213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creativecommons.org/licenses/by-sa/3.0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dirty="0"/>
              <a:t>AIRLINE Reservation</a:t>
            </a:r>
            <a:br>
              <a:rPr lang="en-IN" dirty="0"/>
            </a:br>
            <a:r>
              <a:rPr lang="en-IN" dirty="0"/>
              <a:t>SYSTEM</a:t>
            </a:r>
            <a:br>
              <a:rPr lang="en-IN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487E5-21A0-D05C-C6C1-B3FAD1365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31E423-D206-3C35-5349-39C83CFD36A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DC19-8E5F-4EBE-976D-B016F37BF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81" y="870103"/>
            <a:ext cx="10955548" cy="699905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Bodoni MT" panose="02070603080606020203" pitchFamily="18" charset="0"/>
              </a:rPr>
              <a:t>Airline reservation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4" y="56582"/>
            <a:ext cx="741512" cy="776377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2695AABC-5781-469E-A0AB-5ABC4A3A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81" y="1761737"/>
            <a:ext cx="1917940" cy="400619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Prepared By:-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388EC4-AE35-4404-ADE0-66BF5D57B3DB}"/>
              </a:ext>
            </a:extLst>
          </p:cNvPr>
          <p:cNvSpPr/>
          <p:nvPr/>
        </p:nvSpPr>
        <p:spPr>
          <a:xfrm>
            <a:off x="646978" y="2223691"/>
            <a:ext cx="6820619" cy="12053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Name: Mohit Jadav</a:t>
            </a:r>
          </a:p>
          <a:p>
            <a:r>
              <a:rPr lang="en-US" dirty="0">
                <a:solidFill>
                  <a:schemeClr val="tx1"/>
                </a:solidFill>
              </a:rPr>
              <a:t>Enroll no: 24002171310047</a:t>
            </a:r>
          </a:p>
          <a:p>
            <a:r>
              <a:rPr lang="en-US" dirty="0">
                <a:solidFill>
                  <a:schemeClr val="tx1"/>
                </a:solidFill>
              </a:rPr>
              <a:t>Batch:C7                       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Branch : CST      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292132-CC13-4F66-8D5C-FBBC8F2CBA60}"/>
              </a:ext>
            </a:extLst>
          </p:cNvPr>
          <p:cNvSpPr/>
          <p:nvPr/>
        </p:nvSpPr>
        <p:spPr>
          <a:xfrm>
            <a:off x="646978" y="3553088"/>
            <a:ext cx="6820619" cy="10564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Name : Harshul  Patel</a:t>
            </a:r>
          </a:p>
          <a:p>
            <a:r>
              <a:rPr lang="en-US" dirty="0">
                <a:solidFill>
                  <a:schemeClr val="tx1"/>
                </a:solidFill>
              </a:rPr>
              <a:t>Enroll no: 24002171310118</a:t>
            </a:r>
          </a:p>
          <a:p>
            <a:r>
              <a:rPr lang="en-US" dirty="0">
                <a:solidFill>
                  <a:schemeClr val="tx1"/>
                </a:solidFill>
              </a:rPr>
              <a:t>Batch: C7                          </a:t>
            </a:r>
          </a:p>
          <a:p>
            <a:r>
              <a:rPr lang="en-US" dirty="0">
                <a:solidFill>
                  <a:schemeClr val="tx1"/>
                </a:solidFill>
              </a:rPr>
              <a:t>Branch:  CST    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2E8965-9F77-45CB-B418-288F3300E59C}"/>
              </a:ext>
            </a:extLst>
          </p:cNvPr>
          <p:cNvSpPr/>
          <p:nvPr/>
        </p:nvSpPr>
        <p:spPr>
          <a:xfrm>
            <a:off x="646977" y="4670867"/>
            <a:ext cx="6820619" cy="13170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Student Name: Princy Patel</a:t>
            </a:r>
          </a:p>
          <a:p>
            <a:r>
              <a:rPr lang="en-US" dirty="0">
                <a:solidFill>
                  <a:schemeClr val="tx1"/>
                </a:solidFill>
              </a:rPr>
              <a:t>Enroll no: 24002171310108</a:t>
            </a:r>
          </a:p>
          <a:p>
            <a:r>
              <a:rPr lang="en-US" dirty="0">
                <a:solidFill>
                  <a:schemeClr val="tx1"/>
                </a:solidFill>
              </a:rPr>
              <a:t>Batch:C7 </a:t>
            </a:r>
          </a:p>
          <a:p>
            <a:r>
              <a:rPr lang="en-US" dirty="0">
                <a:solidFill>
                  <a:schemeClr val="tx1"/>
                </a:solidFill>
              </a:rPr>
              <a:t>Branch: CST      </a:t>
            </a:r>
          </a:p>
        </p:txBody>
      </p:sp>
    </p:spTree>
    <p:extLst>
      <p:ext uri="{BB962C8B-B14F-4D97-AF65-F5344CB8AC3E}">
        <p14:creationId xmlns:p14="http://schemas.microsoft.com/office/powerpoint/2010/main" val="361097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654" y="1061623"/>
            <a:ext cx="5723586" cy="1209629"/>
          </a:xfrm>
        </p:spPr>
        <p:txBody>
          <a:bodyPr/>
          <a:lstStyle/>
          <a:p>
            <a:r>
              <a:rPr lang="en-IN" dirty="0"/>
              <a:t>Purpose OF THE PROJECT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D4FF1-4670-9FC6-2545-902937B32416}"/>
              </a:ext>
            </a:extLst>
          </p:cNvPr>
          <p:cNvSpPr txBox="1"/>
          <p:nvPr/>
        </p:nvSpPr>
        <p:spPr>
          <a:xfrm>
            <a:off x="5279655" y="2386146"/>
            <a:ext cx="57235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Purpose of our Project is passengers can search flights and book tickets online instead of visiting airline offices . And Enables checking seat availability, flight timings, and ticket prices in real-time . And Passengers can cancel without much hassle. </a:t>
            </a:r>
          </a:p>
          <a:p>
            <a:endParaRPr lang="en-US" sz="2000" dirty="0"/>
          </a:p>
          <a:p>
            <a:endParaRPr lang="en-IN" sz="20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3F00456-454F-2653-D022-9CB5AD6943F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206" r="31206"/>
          <a:stretch>
            <a:fillRect/>
          </a:stretch>
        </p:blipFill>
        <p:spPr>
          <a:xfrm>
            <a:off x="439914" y="0"/>
            <a:ext cx="4344695" cy="635952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C3605-A99A-D261-1FAE-97585479F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9A7683-2525-E348-728A-0EC62F83C90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7381874" y="1143794"/>
            <a:ext cx="200977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7276" y="8118"/>
            <a:ext cx="3486150" cy="178625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 marR="5080">
              <a:lnSpc>
                <a:spcPct val="82600"/>
              </a:lnSpc>
              <a:spcBef>
                <a:spcPts val="1025"/>
              </a:spcBef>
            </a:pPr>
            <a:r>
              <a:rPr sz="4350" spc="-340" dirty="0">
                <a:solidFill>
                  <a:srgbClr val="214087"/>
                </a:solidFill>
                <a:latin typeface="Tahoma"/>
                <a:cs typeface="Tahoma"/>
              </a:rPr>
              <a:t>TOOLS</a:t>
            </a:r>
            <a:r>
              <a:rPr sz="4350" spc="-490" dirty="0">
                <a:solidFill>
                  <a:srgbClr val="214087"/>
                </a:solidFill>
                <a:latin typeface="Tahoma"/>
                <a:cs typeface="Tahoma"/>
              </a:rPr>
              <a:t> </a:t>
            </a:r>
            <a:r>
              <a:rPr sz="4350" spc="-50" dirty="0">
                <a:solidFill>
                  <a:srgbClr val="214087"/>
                </a:solidFill>
                <a:latin typeface="Tahoma"/>
                <a:cs typeface="Tahoma"/>
              </a:rPr>
              <a:t>&amp; </a:t>
            </a:r>
            <a:r>
              <a:rPr sz="4350" spc="-355" dirty="0">
                <a:solidFill>
                  <a:srgbClr val="214087"/>
                </a:solidFill>
                <a:latin typeface="Tahoma"/>
                <a:cs typeface="Tahoma"/>
              </a:rPr>
              <a:t>TECHNOLOGIES </a:t>
            </a:r>
            <a:r>
              <a:rPr sz="4350" spc="-420" dirty="0">
                <a:solidFill>
                  <a:srgbClr val="214087"/>
                </a:solidFill>
                <a:latin typeface="Tahoma"/>
                <a:cs typeface="Tahoma"/>
              </a:rPr>
              <a:t>USED</a:t>
            </a:r>
            <a:endParaRPr sz="4350" dirty="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75071" y="82096"/>
            <a:ext cx="10808758" cy="6019799"/>
            <a:chOff x="761999" y="2762249"/>
            <a:chExt cx="9829799" cy="6019799"/>
          </a:xfrm>
        </p:grpSpPr>
        <p:sp>
          <p:nvSpPr>
            <p:cNvPr id="42" name="object 42"/>
            <p:cNvSpPr/>
            <p:nvPr/>
          </p:nvSpPr>
          <p:spPr>
            <a:xfrm>
              <a:off x="761999" y="2762249"/>
              <a:ext cx="95250" cy="1638300"/>
            </a:xfrm>
            <a:custGeom>
              <a:avLst/>
              <a:gdLst/>
              <a:ahLst/>
              <a:cxnLst/>
              <a:rect l="l" t="t" r="r" b="b"/>
              <a:pathLst>
                <a:path w="95250" h="1638300">
                  <a:moveTo>
                    <a:pt x="95249" y="1638299"/>
                  </a:moveTo>
                  <a:lnTo>
                    <a:pt x="0" y="1638299"/>
                  </a:lnTo>
                  <a:lnTo>
                    <a:pt x="0" y="0"/>
                  </a:lnTo>
                  <a:lnTo>
                    <a:pt x="95249" y="0"/>
                  </a:lnTo>
                  <a:lnTo>
                    <a:pt x="95249" y="1638299"/>
                  </a:lnTo>
                  <a:close/>
                </a:path>
              </a:pathLst>
            </a:custGeom>
            <a:solidFill>
              <a:srgbClr val="F573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58449" y="8648699"/>
              <a:ext cx="133349" cy="13334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801746" y="8666162"/>
            <a:ext cx="1260475" cy="1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75"/>
              </a:lnSpc>
            </a:pPr>
            <a:r>
              <a:rPr sz="1000" spc="-55" dirty="0">
                <a:solidFill>
                  <a:srgbClr val="FFFFFF"/>
                </a:solidFill>
                <a:latin typeface="Lucida Console"/>
                <a:cs typeface="Lucida Console"/>
              </a:rPr>
              <a:t>Made</a:t>
            </a:r>
            <a:r>
              <a:rPr sz="1000" spc="-85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Lucida Console"/>
                <a:cs typeface="Lucida Console"/>
              </a:rPr>
              <a:t>with</a:t>
            </a:r>
            <a:r>
              <a:rPr sz="1000" spc="-85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Lucida Console"/>
                <a:cs typeface="Lucida Console"/>
              </a:rPr>
              <a:t>Genspark</a:t>
            </a:r>
            <a:endParaRPr sz="1000">
              <a:latin typeface="Lucida Console"/>
              <a:cs typeface="Lucida Console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E123BFB-29A2-F9C4-7F48-3ABAFB883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096"/>
            <a:ext cx="741512" cy="77637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5FBB7C7-C709-DF81-42FF-12704A1200C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2C631D6-F6AF-CB6E-63CF-EB43D54C9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427980"/>
              </p:ext>
            </p:extLst>
          </p:nvPr>
        </p:nvGraphicFramePr>
        <p:xfrm>
          <a:off x="816077" y="1794375"/>
          <a:ext cx="10215716" cy="4665983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3333136">
                  <a:extLst>
                    <a:ext uri="{9D8B030D-6E8A-4147-A177-3AD203B41FA5}">
                      <a16:colId xmlns:a16="http://schemas.microsoft.com/office/drawing/2014/main" val="3500253709"/>
                    </a:ext>
                  </a:extLst>
                </a:gridCol>
                <a:gridCol w="3451122">
                  <a:extLst>
                    <a:ext uri="{9D8B030D-6E8A-4147-A177-3AD203B41FA5}">
                      <a16:colId xmlns:a16="http://schemas.microsoft.com/office/drawing/2014/main" val="1975536040"/>
                    </a:ext>
                  </a:extLst>
                </a:gridCol>
                <a:gridCol w="3431458">
                  <a:extLst>
                    <a:ext uri="{9D8B030D-6E8A-4147-A177-3AD203B41FA5}">
                      <a16:colId xmlns:a16="http://schemas.microsoft.com/office/drawing/2014/main" val="2366927129"/>
                    </a:ext>
                  </a:extLst>
                </a:gridCol>
              </a:tblGrid>
              <a:tr h="571209">
                <a:tc>
                  <a:txBody>
                    <a:bodyPr/>
                    <a:lstStyle/>
                    <a:p>
                      <a:pPr algn="ctr"/>
                      <a:r>
                        <a:rPr lang="en-IN" sz="2000" b="1" u="sng" dirty="0">
                          <a:solidFill>
                            <a:schemeClr val="bg1"/>
                          </a:solidFill>
                        </a:rPr>
                        <a:t>DATA </a:t>
                      </a:r>
                      <a:r>
                        <a:rPr lang="en-IN" sz="2000" b="1" u="sng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STRUCTURES</a:t>
                      </a:r>
                      <a:r>
                        <a:rPr lang="en-IN" sz="2000" b="1" u="sng" dirty="0">
                          <a:solidFill>
                            <a:schemeClr val="bg1"/>
                          </a:solidFill>
                        </a:rPr>
                        <a:t> USING JAVA</a:t>
                      </a:r>
                      <a:endParaRPr lang="en-IN" sz="2000" b="1" u="sng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2000" b="1" u="sng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 JAVA-II</a:t>
                      </a:r>
                      <a:endParaRPr lang="en-IN" sz="2000" b="1" i="0" u="sng" strike="noStrike" cap="none" dirty="0">
                        <a:solidFill>
                          <a:schemeClr val="bg1"/>
                        </a:solidFill>
                        <a:latin typeface="Aptos" panose="020B0004020202020204" pitchFamily="3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u="sng" dirty="0">
                          <a:solidFill>
                            <a:schemeClr val="bg1"/>
                          </a:solidFill>
                        </a:rPr>
                        <a:t>DATABASE MANAGEMENT</a:t>
                      </a:r>
                      <a:endParaRPr lang="en-IN" sz="2000" b="1" u="sng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192338"/>
                  </a:ext>
                </a:extLst>
              </a:tr>
              <a:tr h="745055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Use of Binary Search Tree to </a:t>
                      </a:r>
                      <a:r>
                        <a:rPr lang="en-IN">
                          <a:solidFill>
                            <a:schemeClr val="bg1"/>
                          </a:solidFill>
                        </a:rPr>
                        <a:t>search Flights.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File Handling to get ticket book Info.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Tables for Administrator,custdata,</a:t>
                      </a:r>
                    </a:p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Domestic_</a:t>
                      </a:r>
                      <a:r>
                        <a:rPr lang="en-IN" u="none" dirty="0">
                          <a:solidFill>
                            <a:schemeClr val="bg1"/>
                          </a:solidFill>
                        </a:rPr>
                        <a:t>flights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,flights,</a:t>
                      </a:r>
                    </a:p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International_flights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50256"/>
                  </a:ext>
                </a:extLst>
              </a:tr>
              <a:tr h="52153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Circular LinkedList for storing </a:t>
                      </a:r>
                    </a:p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For Passenger / customer details.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Exception Handling for Smooth operations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SQL queries for inserting , updating and retrieving data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607087"/>
                  </a:ext>
                </a:extLst>
              </a:tr>
              <a:tr h="74505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JDBC connectivity for database interaction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Constraints and Relationships(Primary Key , Foreign Key)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516797"/>
                  </a:ext>
                </a:extLst>
              </a:tr>
              <a:tr h="1496063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Trigger when Update happens,procedures</a:t>
                      </a:r>
                      <a:endParaRPr lang="en-IN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9415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A48E-F24D-E5EC-9BA7-9C242582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E5403-313B-C859-0D08-436DD7F37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896015-FC08-3C43-5C5B-39AAC2625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DF59E1-FC87-0E05-7E31-48A8461FD6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4714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8D4CEC-72FD-2BBE-00FC-6F62C822A565}"/>
              </a:ext>
            </a:extLst>
          </p:cNvPr>
          <p:cNvSpPr txBox="1"/>
          <p:nvPr/>
        </p:nvSpPr>
        <p:spPr>
          <a:xfrm>
            <a:off x="4311276" y="-98670"/>
            <a:ext cx="25465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6"/>
                </a:solidFill>
              </a:rPr>
              <a:t>Class  Diagram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765C5B-A6D2-F121-F990-6BABD747C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816077"/>
            <a:ext cx="12104016" cy="774308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29F5456-3A1B-F3D3-D585-F8F1360CC810}"/>
              </a:ext>
            </a:extLst>
          </p:cNvPr>
          <p:cNvSpPr txBox="1"/>
          <p:nvPr/>
        </p:nvSpPr>
        <p:spPr>
          <a:xfrm>
            <a:off x="5073445" y="324465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29719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F40F-E2A0-E952-F9CF-1D94F0D97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1A12C6-124B-1EC5-E87B-B17F68F64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4F2AF-4A3A-0E77-5E03-A9888FDE3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2AC108-3952-3D1B-C096-BD9AB8305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75ADB9-2D68-4042-8776-89CE864993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7781EE-E8D6-E3AF-D75D-C9A12A3E4062}"/>
              </a:ext>
            </a:extLst>
          </p:cNvPr>
          <p:cNvSpPr txBox="1"/>
          <p:nvPr/>
        </p:nvSpPr>
        <p:spPr>
          <a:xfrm>
            <a:off x="4930708" y="-4466"/>
            <a:ext cx="4296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147734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81750"/>
            <a:ext cx="7796464" cy="1222385"/>
          </a:xfrm>
        </p:spPr>
        <p:txBody>
          <a:bodyPr/>
          <a:lstStyle/>
          <a:p>
            <a:r>
              <a:rPr lang="en-IN" dirty="0">
                <a:latin typeface="+mn-lt"/>
              </a:rPr>
              <a:t>MERIT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5CC8C-C99D-B557-52D2-87846A6F9699}"/>
              </a:ext>
            </a:extLst>
          </p:cNvPr>
          <p:cNvSpPr txBox="1"/>
          <p:nvPr/>
        </p:nvSpPr>
        <p:spPr>
          <a:xfrm>
            <a:off x="152399" y="1304135"/>
            <a:ext cx="91363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1. Time-Saving &amp; Convenience</a:t>
            </a:r>
          </a:p>
          <a:p>
            <a:r>
              <a:rPr lang="en-IN" sz="2800" dirty="0">
                <a:solidFill>
                  <a:srgbClr val="002060"/>
                </a:solidFill>
              </a:rPr>
              <a:t>2.Passengers can book tickets online or </a:t>
            </a:r>
          </a:p>
          <a:p>
            <a:r>
              <a:rPr lang="en-IN" sz="2800" dirty="0">
                <a:solidFill>
                  <a:srgbClr val="002060"/>
                </a:solidFill>
              </a:rPr>
              <a:t>   agents without visiting airline office.</a:t>
            </a:r>
          </a:p>
          <a:p>
            <a:r>
              <a:rPr lang="en-IN" sz="2800" dirty="0">
                <a:solidFill>
                  <a:srgbClr val="002060"/>
                </a:solidFill>
              </a:rPr>
              <a:t>3.24/7 AvailabilityReservation systems </a:t>
            </a:r>
          </a:p>
          <a:p>
            <a:r>
              <a:rPr lang="en-IN" sz="2800" dirty="0">
                <a:solidFill>
                  <a:srgbClr val="002060"/>
                </a:solidFill>
              </a:rPr>
              <a:t>   round the clock, allowing bookings anytime,</a:t>
            </a:r>
          </a:p>
          <a:p>
            <a:r>
              <a:rPr lang="en-IN" sz="2800" dirty="0">
                <a:solidFill>
                  <a:srgbClr val="002060"/>
                </a:solidFill>
              </a:rPr>
              <a:t>   anywhere.</a:t>
            </a:r>
          </a:p>
          <a:p>
            <a:r>
              <a:rPr lang="en-US" sz="2800" dirty="0">
                <a:solidFill>
                  <a:srgbClr val="002060"/>
                </a:solidFill>
              </a:rPr>
              <a:t>4. Cost Efficiency Airlines save money by reducing manpower and paper  WORKS.</a:t>
            </a:r>
          </a:p>
          <a:p>
            <a:endParaRPr lang="en-IN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1B7F0-0B39-B23D-C397-B9F6F00E4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3D96E6-2423-07C2-6BCC-944E8E86788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38" y="419579"/>
            <a:ext cx="7631709" cy="1091627"/>
          </a:xfrm>
        </p:spPr>
        <p:txBody>
          <a:bodyPr/>
          <a:lstStyle/>
          <a:p>
            <a:r>
              <a:rPr lang="en-US" dirty="0"/>
              <a:t>demerits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37A76B-6B33-D6AD-3690-5ACBF1616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6" y="0"/>
            <a:ext cx="741512" cy="776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AC3DC3-F3A0-A832-DE53-766BAB2DB98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9B59D0-BACA-43AE-818D-4F856F0BAF1F}"/>
              </a:ext>
            </a:extLst>
          </p:cNvPr>
          <p:cNvSpPr txBox="1"/>
          <p:nvPr/>
        </p:nvSpPr>
        <p:spPr>
          <a:xfrm>
            <a:off x="532512" y="1511206"/>
            <a:ext cx="89359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 GUI(Graphic user interface)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Payment interface for the tickets with authorities like Google pay.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Authentication for the user email and mobile no.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Elderly people or those without internet access may find it difficult to use online booking systems.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A6B5-7408-7841-1109-A63E2100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</a:t>
            </a:r>
            <a:endParaRPr lang="en-IN" sz="40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E3C1765-177D-CE8B-B1E2-D996D35932E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9692" r="29692"/>
          <a:stretch>
            <a:fillRect/>
          </a:stretch>
        </p:blipFill>
        <p:spPr>
          <a:xfrm>
            <a:off x="8990012" y="1319514"/>
            <a:ext cx="3201987" cy="550197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835966-F1F6-81DC-5269-0961844CA111}"/>
              </a:ext>
            </a:extLst>
          </p:cNvPr>
          <p:cNvSpPr txBox="1"/>
          <p:nvPr/>
        </p:nvSpPr>
        <p:spPr>
          <a:xfrm>
            <a:off x="8990013" y="6821488"/>
            <a:ext cx="3201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flickr.com/photos/22937701@N00/6327493213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13EA70-2651-58FE-E471-C73D4B8928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837"/>
            <a:ext cx="741512" cy="776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39231C-FE04-6FF2-7E1B-93B399A2B8D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BDAED1-A86A-3BCC-CC1D-33E82CC8F4C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028"/>
            <a:ext cx="7836310" cy="414419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The project successfully integrates multiple technologies:</a:t>
            </a: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b="1" dirty="0">
                <a:solidFill>
                  <a:schemeClr val="tx1"/>
                </a:solidFill>
              </a:rPr>
              <a:t>DBMS</a:t>
            </a:r>
            <a:r>
              <a:rPr lang="en-US" sz="2000" dirty="0">
                <a:solidFill>
                  <a:schemeClr val="tx1"/>
                </a:solidFill>
              </a:rPr>
              <a:t>: Tables, constraints, and triggers for data integrity and backup.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</a:rPr>
              <a:t>Data Structures:</a:t>
            </a:r>
            <a:r>
              <a:rPr lang="en-US" sz="2000" dirty="0">
                <a:solidFill>
                  <a:schemeClr val="tx1"/>
                </a:solidFill>
              </a:rPr>
              <a:t> Circular Linked List used for efficient donor management.</a:t>
            </a:r>
          </a:p>
          <a:p>
            <a:pPr lvl="1"/>
            <a:r>
              <a:rPr lang="en-US" sz="2000" b="1" dirty="0">
                <a:solidFill>
                  <a:schemeClr val="tx1"/>
                </a:solidFill>
              </a:rPr>
              <a:t>Java OOP + JDBC:</a:t>
            </a:r>
            <a:r>
              <a:rPr lang="en-US" sz="2000" dirty="0">
                <a:solidFill>
                  <a:schemeClr val="tx1"/>
                </a:solidFill>
              </a:rPr>
              <a:t> Handles application logic and database connectivity.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Result:</a:t>
            </a:r>
            <a:r>
              <a:rPr lang="en-US" sz="2000" dirty="0">
                <a:solidFill>
                  <a:schemeClr val="tx1"/>
                </a:solidFill>
              </a:rPr>
              <a:t> A secure, efficient, and reliable Airline Reservation System that make more time saving and easy to use for customer.</a:t>
            </a:r>
          </a:p>
          <a:p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67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{0C15E0DD-D54D-416C-B57C-8624E9B2B28F}tf78438558_win32</Template>
  <TotalTime>1173</TotalTime>
  <Words>383</Words>
  <Application>Microsoft Office PowerPoint</Application>
  <PresentationFormat>Widescreen</PresentationFormat>
  <Paragraphs>64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Arial</vt:lpstr>
      <vt:lpstr>Arial Black</vt:lpstr>
      <vt:lpstr>Bodoni MT</vt:lpstr>
      <vt:lpstr>Calibri</vt:lpstr>
      <vt:lpstr>Lucida Console</vt:lpstr>
      <vt:lpstr>Sabon Next LT</vt:lpstr>
      <vt:lpstr>Tahoma</vt:lpstr>
      <vt:lpstr>Times New Roman</vt:lpstr>
      <vt:lpstr>Unbounded</vt:lpstr>
      <vt:lpstr>Custom</vt:lpstr>
      <vt:lpstr>AIRLINE Reservation SYSTEM </vt:lpstr>
      <vt:lpstr>Airline reservation system</vt:lpstr>
      <vt:lpstr>Purpose OF THE PROJECT</vt:lpstr>
      <vt:lpstr>PowerPoint Presentation</vt:lpstr>
      <vt:lpstr>PowerPoint Presentation</vt:lpstr>
      <vt:lpstr>PowerPoint Presentation</vt:lpstr>
      <vt:lpstr>MERITs</vt:lpstr>
      <vt:lpstr>demerits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Mohit Jadav</dc:creator>
  <cp:lastModifiedBy>Mohit Jadav</cp:lastModifiedBy>
  <cp:revision>1</cp:revision>
  <dcterms:created xsi:type="dcterms:W3CDTF">2025-08-20T04:08:25Z</dcterms:created>
  <dcterms:modified xsi:type="dcterms:W3CDTF">2025-08-24T23:33:32Z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